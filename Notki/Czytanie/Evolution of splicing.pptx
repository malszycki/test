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7" Type="http://schemas.openxmlformats.org/officeDocument/2006/relationships/viewProps" Target="viewProps.xml" /><Relationship Id="rId6" Type="http://schemas.openxmlformats.org/officeDocument/2006/relationships/presProps" Target="presProps.xml" /><Relationship Id="rId1" Type="http://schemas.openxmlformats.org/officeDocument/2006/relationships/slideMaster" Target="slideMasters/slideMaster1.xml" /><Relationship Id="rId9" Type="http://schemas.openxmlformats.org/officeDocument/2006/relationships/tableStyles" Target="tableStyles.xml" /><Relationship Id="rId8"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Evolution of splicing</a:t>
            </a:r>
          </a:p>
        </p:txBody>
      </p:sp>
      <p:sp>
        <p:nvSpPr>
          <p:cNvPr id="3" name="Subtitle 2"/>
          <p:cNvSpPr>
            <a:spLocks noGrp="1"/>
          </p:cNvSpPr>
          <p:nvPr>
            <p:ph idx="1" type="subTitle"/>
          </p:nvPr>
        </p:nvSpPr>
        <p:spPr>
          <a:xfrm>
            <a:off x="1371600" y="2914650"/>
            <a:ext cx="6400800" cy="1314450"/>
          </a:xfrm>
        </p:spPr>
        <p:txBody>
          <a:bodyPr/>
          <a:lstStyle/>
          <a:p>
            <a:pPr lvl="0" indent="0" marL="0">
              <a:buNone/>
            </a:pPr>
            <a:br/>
            <a:b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a:t>Splicing, intron composition (not length) and importantly most core spliceosome components are common across all eukaryotes, implying that splicing evolved very early and was present in very similar form to today in that last common ancestor to all eukaryotes /citer</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Group II introns</a:t>
            </a:r>
          </a:p>
        </p:txBody>
      </p:sp>
      <p:sp>
        <p:nvSpPr>
          <p:cNvPr id="3" name="Content Placeholder 2"/>
          <p:cNvSpPr>
            <a:spLocks noGrp="1"/>
          </p:cNvSpPr>
          <p:nvPr>
            <p:ph idx="1"/>
          </p:nvPr>
        </p:nvSpPr>
        <p:spPr/>
        <p:txBody>
          <a:bodyPr/>
          <a:lstStyle/>
          <a:p>
            <a:pPr lvl="0"/>
            <a:r>
              <a:rPr/>
              <a:t>Eukaryotic Splicing most likely evolved from bacterial group II introns (G2introns) [@Lambowitz2015MobileBacterialGroupIIIntrons].</a:t>
            </a:r>
          </a:p>
          <a:p>
            <a:pPr lvl="0"/>
            <a:r>
              <a:rPr/>
              <a:t>They are RNA ribozymes that encode a reverse transcriptase and can splice themselves out of the RNA and insert to host DNA through Retrotransposons-like DNA-primed reverse transcription (ibid).</a:t>
            </a:r>
          </a:p>
          <a:p>
            <a:pPr lvl="0"/>
            <a:r>
              <a:rPr/>
              <a:t>They are present in most bacteria, but also in chloroplasts and mitochondria of fungi and plants, but are rare in archea and completely lacking from nuclear genome of eukaryotes (ibid)</a:t>
            </a:r>
          </a:p>
          <a:p>
            <a:pPr lvl="0"/>
            <a:r>
              <a:rPr/>
              <a:t>They share catalytic mechanism with the spliceosomal introns (lariat pathway). Branch site attacks 5'exon, exposing its OH, which then reacts with 3' exon excising the group II intron as a lariat [@Lambowitz2015MobileBacterialGroupIIIntrons].</a:t>
            </a:r>
          </a:p>
          <a:p>
            <a:pPr lvl="0"/>
            <a:r>
              <a:rPr/>
              <a:t>U2, U5 and U6, which are present in the catalytic spliceosome particle, have their equivalent in the G2introns.</a:t>
            </a:r>
          </a:p>
          <a:p>
            <a:pPr lvl="0"/>
            <a:r>
              <a:rPr/>
              <a:t>G2introns probably got fragmented during evolution and appropriated into spliceosomal snRNAs, notably U2, U5 and U6 [@Lambowitz2015MobileBacterialGroupIIIntrons]</a:t>
            </a:r>
          </a:p>
          <a:p>
            <a:pPr lvl="0"/>
            <a:r>
              <a:rPr/>
              <a:t>In most bacteria there is only one or a few G2introns, but in some strains they escaped host defences and proliferated a lot. A similar thing must have happened in early eukaryotes (ibid)</a:t>
            </a:r>
          </a:p>
          <a:p>
            <a:pPr lvl="0"/>
            <a:r>
              <a:rPr/>
              <a:t>Spliceosomal introns require much lower Mg^2+ concentration, probably through the activity of protein co-factors. Injection of Mg^2+ to the </a:t>
            </a:r>
            <a:r>
              <a:rPr i="1"/>
              <a:t>X. laevis</a:t>
            </a:r>
            <a:r>
              <a:rPr/>
              <a:t> oocyte and some other cells enables efficient Group II intron activity [@Lambowitz2015MobileBacterialGroupIIIntrons].</a:t>
            </a:r>
          </a:p>
          <a:p>
            <a:pPr lvl="1"/>
            <a:r>
              <a:rPr/>
              <a:t>It is possible, that the lower Mg^2+ concentration is what prevents function of Group II and enabled spliceosome evolution.</a:t>
            </a:r>
          </a:p>
          <a:p>
            <a:pPr lvl="0"/>
            <a:r>
              <a:rPr/>
              <a:t>PRP8, which binds U2, U5 and U6 has structural similarities to Group II intron Reverse Transcriptase [@Galej2013CrystalStructurePrp8RevealsActive]. Although differences in the endonuclease domain and presence of RNase-H -like domain in Prp8 and lack of it in G2introns may suggest, that Prp8 evolved from Reverse Transcriptase of some non-LTR retrotransposon [@Lambowitz2015MobileBacterialGroupIIIntrons]</a:t>
            </a:r>
          </a:p>
          <a:p>
            <a:pPr lvl="0"/>
            <a:r>
              <a:rPr/>
              <a:t>consensus is that spliceosomal introns and the snRNAs resulted from the import of mitochondrial genes, containing G2introns, to the nucleus and got split, degraded and incorporated into the genome, most likely within the first common ancestors of all eukaryotes (as all eukaryotes have mitochondria and introns) [@Martin2006IntronsOriginNucleusCytosolCompartmentalization]</a:t>
            </a:r>
          </a:p>
          <a:p>
            <a:pPr lvl="0" indent="0" marL="0">
              <a:buNone/>
            </a:pPr>
            <a:r>
              <a:rPr/>
              <a:t>In 2006 Martin and Koonin proposed, that Nuclear membrane evolved to separate intron-containing nascent RNAs from processed mRNAs, thereby preventing translation of RNAs containing introns [@Martin2006IntronsOriginNucleusCytosolCompartmentalization].</a:t>
            </a:r>
          </a:p>
          <a:p>
            <a:pPr lvl="0"/>
            <a:r>
              <a:rPr/>
              <a:t>In 90s there was a lot of studies on </a:t>
            </a:r>
            <a:r>
              <a:rPr i="1"/>
              <a:t>Giardia intestinalis</a:t>
            </a:r>
            <a:r>
              <a:rPr/>
              <a:t>, which was suspected not to have mitochondria. It was later proven wrong: these protists lost their mitochondria due to reductive evolution [@Tovar2003MitochondrialRemnantOrganellesGiardiaFunction]</a:t>
            </a:r>
          </a:p>
          <a:p>
            <a:pPr lvl="0"/>
            <a:r>
              <a:rPr/>
              <a:t>Mutations in G2introns can disrupt their splicing and make them genotoxic. To some extent it is rescued by splicing in </a:t>
            </a:r>
            <a:r>
              <a:rPr i="1"/>
              <a:t>trans</a:t>
            </a:r>
            <a:r>
              <a:rPr/>
              <a:t>, by other gropu II introns and their ribo/enzymes, but is less efficient [@Martin2006IntronsOriginNucleusCytosolCompartmentalization]</a:t>
            </a:r>
          </a:p>
          <a:p>
            <a:pPr lvl="0"/>
            <a:r>
              <a:rPr/>
              <a:t>This decay of G2introns would impose selective pressure to form a spliceosome = </a:t>
            </a:r>
            <a:r>
              <a:rPr i="1"/>
              <a:t>trans</a:t>
            </a:r>
            <a:r>
              <a:rPr/>
              <a:t>-acting efficient splicing machinery</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Why genes in pieces?</a:t>
            </a:r>
          </a:p>
        </p:txBody>
      </p:sp>
      <p:sp>
        <p:nvSpPr>
          <p:cNvPr id="3" name="Content Placeholder 2"/>
          <p:cNvSpPr>
            <a:spLocks noGrp="1"/>
          </p:cNvSpPr>
          <p:nvPr>
            <p:ph idx="1"/>
          </p:nvPr>
        </p:nvSpPr>
        <p:spPr/>
        <p:txBody>
          <a:bodyPr/>
          <a:lstStyle/>
          <a:p>
            <a:pPr lvl="0"/>
            <a:r>
              <a:rPr/>
              <a:t>presence of an intron increases expression (in mammals) [@Shabalina2010DistinctPatternsExpressionEvolutionIntronless; @Brinster1988IntronsIncreaseTranscriptionalEfficiencyTransgenic], but at the same time highly expressed genes are under selection for short introns [@Castillo-Davis2002SelectionShortIntronsHighlyExpressed]</a:t>
            </a:r>
          </a:p>
          <a:p>
            <a:pPr lvl="0"/>
            <a:r>
              <a:rPr/>
              <a:t>Introns protect genome from R-loops, but differentiating the RNA from it's DNA template (co-transcriptional splicing required) [@Bonnet2017IntronsProtectEukaryoticGenomesTranscriptionAssociated]</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Evolution of splicing</dc:title>
  <dc:creator/>
  <cp:keywords/>
  <dcterms:created xsi:type="dcterms:W3CDTF">2026-02-16T18:04:43Z</dcterms:created>
  <dcterms:modified xsi:type="dcterms:W3CDTF">2026-02-16T18:04:43Z</dcterms:modified>
</cp:coreProperties>
</file>

<file path=docProps/custom.xml><?xml version="1.0" encoding="utf-8"?>
<Properties xmlns="http://schemas.openxmlformats.org/officeDocument/2006/custom-properties" xmlns:vt="http://schemas.openxmlformats.org/officeDocument/2006/docPropsVTypes"/>
</file>